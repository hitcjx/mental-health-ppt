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notesMaster" Target="notesMasters/notesMaster1.xml"/>
<Relationship Id="rId3" Type="http://schemas.openxmlformats.org/officeDocument/2006/relationships/presProps" Target="presProps.xml"/>
<Relationship Id="rId4" Type="http://schemas.openxmlformats.org/officeDocument/2006/relationships/viewProps" Target="viewProps.xml"/>
<Relationship Id="rId5" Type="http://schemas.openxmlformats.org/officeDocument/2006/relationships/theme" Target="theme/theme1.xml"/>
<Relationship Id="rId6" Type="http://schemas.openxmlformats.org/officeDocument/2006/relationships/tableStyles" Target="tableStyles.xml"/>
<Relationship Id="rId5" Type="http://schemas.openxmlformats.org/officeDocument/2006/relationships/slide" Target="slides/slide1.xml"/>
<Relationship Id="rId6" Type="http://schemas.openxmlformats.org/officeDocument/2006/relationships/slide" Target="slides/slide2.xml"/>
<Relationship Id="rId7" Type="http://schemas.openxmlformats.org/officeDocument/2006/relationships/slide" Target="slides/slide3.xml"/>
<Relationship Id="rId8" Type="http://schemas.openxmlformats.org/officeDocument/2006/relationships/slide" Target="slides/slide4.xml"/>
<Relationship Id="rId9" Type="http://schemas.openxmlformats.org/officeDocument/2006/relationships/slide" Target="slides/slide5.xml"/>
<Relationship Id="rId10" Type="http://schemas.openxmlformats.org/officeDocument/2006/relationships/slide" Target="slides/slide6.xml"/>
<Relationship Id="rId11" Type="http://schemas.openxmlformats.org/officeDocument/2006/relationships/slide" Target="slides/slide7.xml"/>
<Relationship Id="rId12" Type="http://schemas.openxmlformats.org/officeDocument/2006/relationships/slide" Target="slides/slide8.xml"/>
<Relationship Id="rId13" Type="http://schemas.openxmlformats.org/officeDocument/2006/relationships/slide" Target="slides/slide9.xml"/>
<Relationship Id="rId14" Type="http://schemas.openxmlformats.org/officeDocument/2006/relationships/slide" Target="slides/slide10.xml"/>
</Relationships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notesMaster" Target="notesMasters/notesMaster1.xml"/>
<Relationship Id="rId3" Type="http://schemas.openxmlformats.org/officeDocument/2006/relationships/presProps" Target="presProps.xml"/>
<Relationship Id="rId4" Type="http://schemas.openxmlformats.org/officeDocument/2006/relationships/viewProps" Target="viewProps.xml"/>
<Relationship Id="rId5" Type="http://schemas.openxmlformats.org/officeDocument/2006/relationships/theme" Target="theme/theme1.xml"/>
<Relationship Id="rId6" Type="http://schemas.openxmlformats.org/officeDocument/2006/relationships/tableStyles" Target="tableStyles.xml"/>
<Relationship Id="rId5" Type="http://schemas.openxmlformats.org/officeDocument/2006/relationships/slide" Target="slides/slide1.xml"/>
<Relationship Id="rId6" Type="http://schemas.openxmlformats.org/officeDocument/2006/relationships/slide" Target="slides/slide2.xml"/>
<Relationship Id="rId7" Type="http://schemas.openxmlformats.org/officeDocument/2006/relationships/slide" Target="slides/slide3.xml"/>
<Relationship Id="rId8" Type="http://schemas.openxmlformats.org/officeDocument/2006/relationships/slide" Target="slides/slide4.xml"/>
<Relationship Id="rId9" Type="http://schemas.openxmlformats.org/officeDocument/2006/relationships/slide" Target="slides/slide5.xml"/>
<Relationship Id="rId10" Type="http://schemas.openxmlformats.org/officeDocument/2006/relationships/slide" Target="slides/slide6.xml"/>
<Relationship Id="rId11" Type="http://schemas.openxmlformats.org/officeDocument/2006/relationships/slide" Target="slides/slide7.xml"/>
<Relationship Id="rId12" Type="http://schemas.openxmlformats.org/officeDocument/2006/relationships/slide" Target="slides/slide8.xml"/>
<Relationship Id="rId13" Type="http://schemas.openxmlformats.org/officeDocument/2006/relationships/slide" Target="slides/slide9.xml"/>
<Relationship Id="rId14" Type="http://schemas.openxmlformats.org/officeDocument/2006/relationships/slide" Target="slides/slide10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IT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057400"/>
          </a:xfrm>
          <a:prstGeom prst="rect">
            <a:avLst/>
          </a:prstGeom>
          <a:solidFill>
            <a:srgbClr val="02429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青少年心理健康系统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与多模态模型训练探索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阶段性学习总结汇报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0404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汇报人：[你的名字]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40404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2025年X月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汇报总览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0"/>
          </a:xfrm>
          <a:prstGeom prst="line">
            <a:avLst/>
          </a:prstGeom>
          <a:noFill/>
          <a:ln w="25400">
            <a:solidFill>
              <a:srgbClr val="02429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645920"/>
            <a:ext cx="731520" cy="731520"/>
          </a:xfrm>
          <a:prstGeom prst="ellipse">
            <a:avLst/>
          </a:prstGeom>
          <a:solidFill>
            <a:srgbClr val="02429B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828800" y="16459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青少年心理健康系统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1031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设计、实现与反思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2926080"/>
            <a:ext cx="731520" cy="731520"/>
          </a:xfrm>
          <a:prstGeom prst="ellipse">
            <a:avLst/>
          </a:prstGeom>
          <a:solidFill>
            <a:srgbClr val="02429B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828800" y="29260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多模态模型训练探索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828800" y="33832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实验设计与阶段性结果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1520" y="4206240"/>
            <a:ext cx="731520" cy="731520"/>
          </a:xfrm>
          <a:prstGeom prst="ellipse">
            <a:avLst/>
          </a:prstGeom>
          <a:solidFill>
            <a:srgbClr val="02429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206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828800" y="42062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问题总结与下一步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828800" y="46634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核心教训与改进方向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青少年心理健康系统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项目概述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840480" cy="2011680"/>
          </a:xfrm>
          <a:prstGeom prst="rect">
            <a:avLst/>
          </a:prstGeom>
          <a:solidFill>
            <a:srgbClr val="F0F4F8"/>
          </a:solidFill>
          <a:ln w="12700">
            <a:solidFill>
              <a:srgbClr val="02429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目标场景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面向初高中阶段的心理评估与干预系统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0" y="1554480"/>
            <a:ext cx="4114800" cy="2011680"/>
          </a:xfrm>
          <a:prstGeom prst="rect">
            <a:avLst/>
          </a:prstGeom>
          <a:solidFill>
            <a:srgbClr val="F0F4F8"/>
          </a:solidFill>
          <a:ln w="12700">
            <a:solidFill>
              <a:srgbClr val="02429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16916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系统结构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54880" y="210312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评估模块：量表 + LLM打分结合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干预模块：基于SFBT方法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749040"/>
            <a:ext cx="8229600" cy="2011680"/>
          </a:xfrm>
          <a:prstGeom prst="rect">
            <a:avLst/>
          </a:prstGeom>
          <a:solidFill>
            <a:srgbClr val="02429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8862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核心特点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438912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对话与量表结合评估  ·  快速反应机制识别高风险  ·  完整闭环系统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0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💡 强调：这是一个完整的评估-干预闭环系统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青少年心理健康系统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技术实现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2560320" cy="2560320"/>
          </a:xfrm>
          <a:prstGeom prst="rect">
            <a:avLst/>
          </a:prstGeom>
          <a:solidFill>
            <a:srgbClr val="E8F4FD"/>
          </a:solidFill>
          <a:ln w="12700">
            <a:solidFill>
              <a:srgbClr val="006F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FB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数据构建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LLM生成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多轮对话数据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人工筛选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质量控制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1554480"/>
            <a:ext cx="2560320" cy="2560320"/>
          </a:xfrm>
          <a:prstGeom prst="rect">
            <a:avLst/>
          </a:prstGeom>
          <a:solidFill>
            <a:srgbClr val="E8F4FD"/>
          </a:solidFill>
          <a:ln w="12700">
            <a:solidFill>
              <a:srgbClr val="006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691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FB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模型架构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74720" y="219456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对话模型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多轮交互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打分模型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并行评估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554480"/>
            <a:ext cx="2560320" cy="2560320"/>
          </a:xfrm>
          <a:prstGeom prst="rect">
            <a:avLst/>
          </a:prstGeom>
          <a:solidFill>
            <a:srgbClr val="02429B"/>
          </a:solidFill>
          <a:ln w="12700">
            <a:solidFill>
              <a:srgbClr val="02429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1691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快速反应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09360" y="219456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实时风险判断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高风险识别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即时预警机制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17520" y="2743200"/>
            <a:ext cx="274320" cy="91440"/>
          </a:xfrm>
          <a:prstGeom prst="arrow">
            <a:avLst/>
          </a:prstGeom>
          <a:solidFill>
            <a:srgbClr val="658CC5"/>
          </a:solidFill>
          <a:ln w="25400">
            <a:solidFill>
              <a:srgbClr val="658CC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52160" y="2743200"/>
            <a:ext cx="274320" cy="91440"/>
          </a:xfrm>
          <a:prstGeom prst="arrow">
            <a:avLst/>
          </a:prstGeom>
          <a:solidFill>
            <a:srgbClr val="658CC5"/>
          </a:solidFill>
          <a:ln w="25400">
            <a:solidFill>
              <a:srgbClr val="658CC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0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💡 突出：工程实现而非简单Prompt工程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46320"/>
            <a:ext cx="8229600" cy="137160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502920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技术亮点：多轮对话打分与修正机制 · 模型并行架构 · 实时风险识别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青少年心理健康系统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核心问题与反思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931920" cy="2103120"/>
          </a:xfrm>
          <a:prstGeom prst="rect">
            <a:avLst/>
          </a:prstGeom>
          <a:solidFill>
            <a:srgbClr val="FFF3F3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 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自设计量表缺乏信度/效度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根本原因：缺乏临床心理学专业指导，闭门造车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0" y="1554480"/>
            <a:ext cx="4114800" cy="2103120"/>
          </a:xfrm>
          <a:prstGeom prst="rect">
            <a:avLst/>
          </a:prstGeom>
          <a:solidFill>
            <a:srgbClr val="FFF3F3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6916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 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54880" y="20574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流程过长难以落地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46888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根本原因：缺乏真实用户需求调研，纸上谈兵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8229600" cy="1371600"/>
          </a:xfrm>
          <a:prstGeom prst="rect">
            <a:avLst/>
          </a:prstGeom>
          <a:solidFill>
            <a:srgbClr val="FFF3F3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0690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 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45920" y="40690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心理学基础不足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44805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根本原因：跨学科合作缺失，技术驱动而非需求驱动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5486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B850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🔥 重点页：承认问题比掩盖问题更有价值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多模态模型训练探索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实验设计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840480" cy="1645920"/>
          </a:xfrm>
          <a:prstGeom prst="rect">
            <a:avLst/>
          </a:prstGeom>
          <a:solidFill>
            <a:srgbClr val="F0F7F0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实验目标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探索多模态模型在特定任务上的训练策略与效果评估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1554480"/>
            <a:ext cx="4114800" cy="1645920"/>
          </a:xfrm>
          <a:prstGeom prst="rect">
            <a:avLst/>
          </a:prstGeom>
          <a:solidFill>
            <a:srgbClr val="F0F7F0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16916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数据集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54880" y="210312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[具体数据集名称]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多模态对齐数据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8229600" cy="201168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6118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模型架构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402336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Vision Encoder + Projection Layer + LLM Backbone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训练策略：冻结视觉编码器，微调投影层与语言模型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5669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0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💡 说明：与心理系统并行的独立探索工作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多模态模型训练探索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阶段性结果与问题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840480" cy="2286000"/>
          </a:xfrm>
          <a:prstGeom prst="rect">
            <a:avLst/>
          </a:prstGeom>
          <a:solidFill>
            <a:srgbClr val="F5F5F5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阶段性结果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3474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模型成功收敛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[具体指标]达到预期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多模态对齐有效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1554480"/>
            <a:ext cx="4114800" cy="2286000"/>
          </a:xfrm>
          <a:prstGeom prst="rect">
            <a:avLst/>
          </a:prstGeom>
          <a:solidFill>
            <a:srgbClr val="FFF8F0"/>
          </a:solidFill>
          <a:ln w="25400">
            <a:solidFill>
              <a:srgbClr val="F491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16916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91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遇到的问题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54880" y="2194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训练资源消耗大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数据质量不稳定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泛化能力待验证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114800"/>
            <a:ext cx="8229600" cy="1645920"/>
          </a:xfrm>
          <a:prstGeom prst="rect">
            <a:avLst/>
          </a:prstGeom>
          <a:solidFill>
            <a:srgbClr val="02429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2519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关键发现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466344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[填写你的具体发现，如：冻结视觉编码器策略有效降低了训练成本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但投影层的设计对最终效果影响显著]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总结与反思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两个工作的关联与启发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840480" cy="1828800"/>
          </a:xfrm>
          <a:prstGeom prst="rect">
            <a:avLst/>
          </a:prstGeom>
          <a:solidFill>
            <a:srgbClr val="E8F4FD"/>
          </a:solidFill>
          <a:ln w="19050">
            <a:solidFill>
              <a:srgbClr val="02429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心理健康系统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应用驱动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强调落地与实用性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554480"/>
            <a:ext cx="3840480" cy="1828800"/>
          </a:xfrm>
          <a:prstGeom prst="rect">
            <a:avLst/>
          </a:prstGeom>
          <a:solidFill>
            <a:srgbClr val="F0F7F0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1691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多模态训练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0" y="210312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技术驱动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强调模型与算法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97680" y="2377440"/>
            <a:ext cx="548640" cy="182880"/>
          </a:xfrm>
          <a:prstGeom prst="arrow">
            <a:avLst/>
          </a:prstGeom>
          <a:solidFill>
            <a:srgbClr val="666666"/>
          </a:solidFill>
          <a:ln w="25400">
            <a:solidFill>
              <a:srgbClr val="6666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657600"/>
            <a:ext cx="8229600" cy="2286000"/>
          </a:xfrm>
          <a:prstGeom prst="rect">
            <a:avLst/>
          </a:prstGeom>
          <a:solidFill>
            <a:srgbClr val="F9E795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7947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3C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共同启示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42976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跨学科合作的重要性：技术需要领域知识支撑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从需求出发：避免技术找场景，而是场景定技术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快速迭代验证：小步快跑，及时止损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总结与反思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下一步计划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840480" cy="2560320"/>
          </a:xfrm>
          <a:prstGeom prst="rect">
            <a:avLst/>
          </a:prstGeom>
          <a:solidFill>
            <a:srgbClr val="F0F4F8"/>
          </a:solidFill>
          <a:ln w="25400">
            <a:solidFill>
              <a:srgbClr val="02429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短期（1-2个月）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联系心理学专业师生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获取量表设计指导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调研真实用户需求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明确落地场景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完成多模态实验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验证泛化能力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0" y="1554480"/>
            <a:ext cx="4114800" cy="2560320"/>
          </a:xfrm>
          <a:prstGeom prst="rect">
            <a:avLst/>
          </a:prstGeom>
          <a:solidFill>
            <a:srgbClr val="F0F4F8"/>
          </a:solidFill>
          <a:ln w="25400">
            <a:solidFill>
              <a:srgbClr val="006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16916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B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中期（3-6个月）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54880" y="2194560"/>
            <a:ext cx="3749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重构心理评估量表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建立信效度验证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简化系统流程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聚焦核心功能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探索多模态在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心理系统的应用可能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389120"/>
            <a:ext cx="8229600" cy="1371600"/>
          </a:xfrm>
          <a:prstGeom prst="rect">
            <a:avLst/>
          </a:prstGeom>
          <a:solidFill>
            <a:srgbClr val="02429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526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关键行动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49377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建立跨学科合作 · 用户调研先行 · 小步快跑验证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2429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感谢聆听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欢迎批评指正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[你的名字]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[邮箱/联系方式]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2026-05-01T01:24:15Z</dcterms:created>
  <dcterms:modified xsi:type="dcterms:W3CDTF">2026-05-01T01:24:15Z</dcterms:modified>
</cp:coreProperties>
</file>